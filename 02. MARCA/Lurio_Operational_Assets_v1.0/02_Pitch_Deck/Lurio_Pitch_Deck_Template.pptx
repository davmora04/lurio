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rio_Operational_Assets_v1.0/_assets/hero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64309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4EDE6"/>
          </a:solidFill>
          <a:ln w="12700">
            <a:solidFill>
              <a:srgbClr val="F4ED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30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04088" y="91440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your</a:t>
            </a:r>
            <a:endParaRPr lang="en-US" sz="4200" dirty="0"/>
          </a:p>
          <a:p>
            <a:pPr indent="0" marL="0">
              <a:buNone/>
            </a:pPr>
            <a:r>
              <a:rPr lang="en-US" sz="4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moving.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 &amp; Expansion Advisory · Colombia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46177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expansion support from decision to coordinated local execution.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Lurio in one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EXPANSION PARTNER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Lurio is the client-side expansion partner that helps international companies turn market-entry decisions into coordinated local execution.</a:t>
            </a:r>
            <a:endParaRPr lang="en-US" sz="3000" dirty="0"/>
          </a:p>
        </p:txBody>
      </p:sp>
      <p:pic>
        <p:nvPicPr>
          <p:cNvPr id="7" name="Image 0" descr="/mnt/data/Lurio_Operational_Assets_v1.0/_assets/abstract_cur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914400"/>
            <a:ext cx="3931920" cy="5303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gets fragmented.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6634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local specialists give partial answers.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needs one coherent view of risk, timing, cost and decisions.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making the pieces work together around one business objective.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Immigration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4800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expansion objective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expansion. One business objective. The right specialists.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LURIO DIFFERENCE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291840" cy="2560320"/>
          </a:xfrm>
          <a:prstGeom prst="rect">
            <a:avLst/>
          </a:prstGeom>
          <a:solidFill>
            <a:srgbClr val="F4EDE6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around your business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model follows how you intend to sell, contract, hire and operate.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11680"/>
            <a:ext cx="3291840" cy="2560320"/>
          </a:xfrm>
          <a:prstGeom prst="rect">
            <a:avLst/>
          </a:prstGeom>
          <a:solidFill>
            <a:srgbClr val="0B1224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advisors, ours, or both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154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ecosystem around client fit, not affiliations.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2011680"/>
            <a:ext cx="3291840" cy="2560320"/>
          </a:xfrm>
          <a:prstGeom prst="rect">
            <a:avLst/>
          </a:prstGeom>
          <a:solidFill>
            <a:srgbClr val="F4EDE6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decisions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3154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translate local complexity into options, recommendations and next steps.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 → Enter → Launch → Operate &amp; Expand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148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154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options and roadmap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194560"/>
            <a:ext cx="2148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3154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specialist alignment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148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moving toward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2194560"/>
            <a:ext cx="2148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&amp; Expand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31546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advisory and local 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Entry Assessment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NATURAL FIRST ENGAGEMENT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as the bridge from initial market-entry decision to practical launch roadmap — not as a standalone research report.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1148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entry model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local workstreams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roles and dependencies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and next steps</a:t>
            </a:r>
            <a:endParaRPr lang="en-US" sz="1300" dirty="0"/>
          </a:p>
        </p:txBody>
      </p:sp>
      <p:pic>
        <p:nvPicPr>
          <p:cNvPr id="8" name="Image 0" descr="/mnt/data/Lurio_Operational_Assets_v1.0/_assets/brand_palett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97280"/>
            <a:ext cx="4846320" cy="4663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keep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moving.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97280" cy="1097280"/>
          </a:xfrm>
          <a:prstGeom prst="ellipse">
            <a:avLst/>
          </a:prstGeom>
          <a:solidFill>
            <a:srgbClr val="2A3346"/>
          </a:solidFill>
          <a:ln w="12700">
            <a:solidFill>
              <a:srgbClr val="A89D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54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2743200"/>
            <a:ext cx="1097280" cy="1097280"/>
          </a:xfrm>
          <a:prstGeom prst="ellipse">
            <a:avLst/>
          </a:prstGeom>
          <a:solidFill>
            <a:srgbClr val="5B3F8C"/>
          </a:solidFill>
          <a:ln w="12700">
            <a:solidFill>
              <a:srgbClr val="A89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054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375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1097280" cy="1097280"/>
          </a:xfrm>
          <a:prstGeom prst="ellipse">
            <a:avLst/>
          </a:prstGeom>
          <a:solidFill>
            <a:srgbClr val="2A3346"/>
          </a:solidFill>
          <a:ln w="12700">
            <a:solidFill>
              <a:srgbClr val="A89D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054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743200"/>
            <a:ext cx="1097280" cy="1097280"/>
          </a:xfrm>
          <a:prstGeom prst="ellipse">
            <a:avLst/>
          </a:prstGeom>
          <a:solidFill>
            <a:srgbClr val="2A3346"/>
          </a:solidFill>
          <a:ln w="12700">
            <a:solidFill>
              <a:srgbClr val="A89D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3054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239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166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matters. Explain it clearly. Recommend a path. Keep it moving.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advisors, ours, or both.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ECOSYSTEM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9377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client’s existing advisors where they create value.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Lurio’s curated specialist ecosystem when speed, fit or capability requires it.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broader expansion connected around management’s objective.</a:t>
            </a:r>
            <a:endParaRPr lang="en-US" sz="1300" dirty="0"/>
          </a:p>
        </p:txBody>
      </p:sp>
      <p:pic>
        <p:nvPicPr>
          <p:cNvPr id="7" name="Image 0" descr="/mnt/data/Lurio_Operational_Assets_v1.0/_assets/abstract_cur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60120"/>
            <a:ext cx="5029200" cy="4754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visibility without local overwhelm.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CADENCE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698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concise executive update]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concise executive update]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recommendation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concise executive update]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2286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next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0" y="29260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concise executive update]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clients choose Lurio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TO BELIEVE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business understanding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relationships and specialist network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client-side perspective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accountability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and methodology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9202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5B3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 enough to advise. Resourceful enough to figure things out. Close enough to feel like part of your team.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38360" y="320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56648" y="7040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0B12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path into Colombia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 to clarify objectives and decision-makers.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Market Entry Assessment scope and timeline.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readout with recommendation and roadmap.
</a:t>
            </a:r>
            <a:endParaRPr lang="en-US" sz="1300" dirty="0"/>
          </a:p>
          <a:p>
            <a:r>
              <a:rPr lang="en-US" sz="13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into launch coordination where appropriate.</a:t>
            </a:r>
            <a:endParaRPr lang="en-US" sz="1300" dirty="0"/>
          </a:p>
        </p:txBody>
      </p:sp>
      <p:pic>
        <p:nvPicPr>
          <p:cNvPr id="7" name="Image 0" descr="/mnt/data/Lurio_Operational_Assets_v1.0/_assets/hero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05840"/>
            <a:ext cx="4572000" cy="4663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urio_Operational_Assets_v1.0/_assets/hero_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49808" y="102412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 your</a:t>
            </a:r>
            <a:endParaRPr lang="en-US" sz="3900" dirty="0"/>
          </a:p>
          <a:p>
            <a:pPr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Colombia expansion.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82296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lurio.co  ·  hello@lurio.co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LURIO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43000" y="6547104"/>
            <a:ext cx="731520" cy="0"/>
          </a:xfrm>
          <a:prstGeom prst="line">
            <a:avLst/>
          </a:prstGeom>
          <a:noFill/>
          <a:ln w="12700">
            <a:solidFill>
              <a:srgbClr val="A89D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0" y="644652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B1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EXPANSION MOVING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Lurio Operational Template</dc:subject>
  <dc:creator>Lurio</dc:creator>
  <cp:lastModifiedBy>Lurio</cp:lastModifiedBy>
  <cp:revision>1</cp:revision>
  <dcterms:created xsi:type="dcterms:W3CDTF">2026-09-19T22:12:27Z</dcterms:created>
  <dcterms:modified xsi:type="dcterms:W3CDTF">2026-09-19T22:12:27Z</dcterms:modified>
</cp:coreProperties>
</file>