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38360" y="3200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B1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LURIO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9756648" y="704088"/>
            <a:ext cx="2103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0B1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EXPANSION MOVING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0B12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Expansion Update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1389888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3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 · WHY IT MATTERS · WHAT HAPPENS NEXT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1828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3346"/>
                </a:solidFill>
              </a:rPr>
              <a:t>Client: [CLIENT]    Market: Colombia    Period: [MONTH] [YEAR]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2331720"/>
            <a:ext cx="2103120" cy="384048"/>
          </a:xfrm>
          <a:prstGeom prst="rect">
            <a:avLst/>
          </a:prstGeom>
          <a:solidFill>
            <a:srgbClr val="0B1224"/>
          </a:solidFill>
          <a:ln w="12700">
            <a:solidFill>
              <a:srgbClr val="0B12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2423160"/>
            <a:ext cx="195681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Workstream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88920" y="2331720"/>
            <a:ext cx="1280160" cy="384048"/>
          </a:xfrm>
          <a:prstGeom prst="rect">
            <a:avLst/>
          </a:prstGeom>
          <a:solidFill>
            <a:srgbClr val="0B1224"/>
          </a:solidFill>
          <a:ln w="12700">
            <a:solidFill>
              <a:srgbClr val="0B12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62072" y="2423160"/>
            <a:ext cx="113385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Status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069080" y="2331720"/>
            <a:ext cx="3931920" cy="384048"/>
          </a:xfrm>
          <a:prstGeom prst="rect">
            <a:avLst/>
          </a:prstGeom>
          <a:solidFill>
            <a:srgbClr val="0B1224"/>
          </a:solidFill>
          <a:ln w="12700">
            <a:solidFill>
              <a:srgbClr val="0B12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42232" y="2423160"/>
            <a:ext cx="378561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What changed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8001000" y="2331720"/>
            <a:ext cx="3017520" cy="384048"/>
          </a:xfrm>
          <a:prstGeom prst="rect">
            <a:avLst/>
          </a:prstGeom>
          <a:solidFill>
            <a:srgbClr val="0B1224"/>
          </a:solidFill>
          <a:ln w="12700">
            <a:solidFill>
              <a:srgbClr val="0B12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74152" y="2423160"/>
            <a:ext cx="287121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Next step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85800" y="2715768"/>
            <a:ext cx="2103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0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8952" y="2807208"/>
            <a:ext cx="19568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B1224"/>
                </a:solidFill>
              </a:rPr>
              <a:t>Entry model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788920" y="2715768"/>
            <a:ext cx="12801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0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62072" y="2807208"/>
            <a:ext cx="1133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B1224"/>
                </a:solidFill>
              </a:rPr>
              <a:t>On track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069080" y="2715768"/>
            <a:ext cx="3931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0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42232" y="2807208"/>
            <a:ext cx="37856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B1224"/>
                </a:solidFill>
              </a:rPr>
              <a:t>[Update]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8001000" y="2715768"/>
            <a:ext cx="30175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0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74152" y="2807208"/>
            <a:ext cx="28712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B1224"/>
                </a:solidFill>
              </a:rPr>
              <a:t>[Action]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85800" y="3099816"/>
            <a:ext cx="2103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0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8952" y="3191256"/>
            <a:ext cx="19568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B1224"/>
                </a:solidFill>
              </a:rPr>
              <a:t>Legal / entity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788920" y="3099816"/>
            <a:ext cx="12801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0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62072" y="3191256"/>
            <a:ext cx="1133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B1224"/>
                </a:solidFill>
              </a:rPr>
              <a:t>Watch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069080" y="3099816"/>
            <a:ext cx="3931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0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42232" y="3191256"/>
            <a:ext cx="37856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B1224"/>
                </a:solidFill>
              </a:rPr>
              <a:t>[Update]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8001000" y="3099816"/>
            <a:ext cx="30175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0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74152" y="3191256"/>
            <a:ext cx="28712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B1224"/>
                </a:solidFill>
              </a:rPr>
              <a:t>[Action]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85800" y="3483864"/>
            <a:ext cx="2103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0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575304"/>
            <a:ext cx="19568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B1224"/>
                </a:solidFill>
              </a:rPr>
              <a:t>Tax / accounting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788920" y="3483864"/>
            <a:ext cx="12801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0C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862072" y="3575304"/>
            <a:ext cx="1133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B1224"/>
                </a:solidFill>
              </a:rPr>
              <a:t>On track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069080" y="3483864"/>
            <a:ext cx="3931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0C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42232" y="3575304"/>
            <a:ext cx="37856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B1224"/>
                </a:solidFill>
              </a:rPr>
              <a:t>[Update]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8001000" y="3483864"/>
            <a:ext cx="30175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0C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074152" y="3575304"/>
            <a:ext cx="28712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B1224"/>
                </a:solidFill>
              </a:rPr>
              <a:t>[Action]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85800" y="3867912"/>
            <a:ext cx="2103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0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58952" y="3959352"/>
            <a:ext cx="19568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B1224"/>
                </a:solidFill>
              </a:rPr>
              <a:t>Banking / payroll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788920" y="3867912"/>
            <a:ext cx="12801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0C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862072" y="3959352"/>
            <a:ext cx="1133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B1224"/>
                </a:solidFill>
              </a:rPr>
              <a:t>At risk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069080" y="3867912"/>
            <a:ext cx="3931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0C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42232" y="3959352"/>
            <a:ext cx="37856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B1224"/>
                </a:solidFill>
              </a:rPr>
              <a:t>[Update]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8001000" y="3867912"/>
            <a:ext cx="30175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0C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074152" y="3959352"/>
            <a:ext cx="28712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B1224"/>
                </a:solidFill>
              </a:rPr>
              <a:t>[Action]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85800" y="5074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B12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recommendation</a:t>
            </a:r>
            <a:endParaRPr lang="en-US" sz="2000" dirty="0"/>
          </a:p>
        </p:txBody>
      </p:sp>
      <p:sp>
        <p:nvSpPr>
          <p:cNvPr id="48" name="Text 46"/>
          <p:cNvSpPr/>
          <p:nvPr/>
        </p:nvSpPr>
        <p:spPr>
          <a:xfrm>
            <a:off x="685800" y="54864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3346"/>
                </a:solidFill>
              </a:rPr>
              <a:t>[Insert recommended decision/path forward.]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411480" y="6446520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1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LURIO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1143000" y="6547104"/>
            <a:ext cx="731520" cy="0"/>
          </a:xfrm>
          <a:prstGeom prst="line">
            <a:avLst/>
          </a:prstGeom>
          <a:noFill/>
          <a:ln w="12700">
            <a:solidFill>
              <a:srgbClr val="A89DB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418320" y="6446520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B1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EXPANSION MOVING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Lurio Operational Template</dc:subject>
  <dc:creator>Lurio</dc:creator>
  <cp:lastModifiedBy>Lurio</cp:lastModifiedBy>
  <cp:revision>1</cp:revision>
  <dcterms:created xsi:type="dcterms:W3CDTF">2026-09-19T22:12:27Z</dcterms:created>
  <dcterms:modified xsi:type="dcterms:W3CDTF">2026-09-19T22:12:27Z</dcterms:modified>
</cp:coreProperties>
</file>